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2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907D0-9A83-A9B2-26D4-6F945133E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26798-90AF-71E4-0437-E244B23BC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B3B70-22D9-D688-79D4-28647364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25CE-EC92-4A4E-B297-BBF0FDBAC9FD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EECE3-5FAC-71D1-4BBA-88CACFA64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7131A-2005-DD49-4BAF-7A9DBB63B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A22-F449-410D-BCDC-165D30731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236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D5779-9877-9D5C-F14A-6799FB42E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365DE-01A0-8CAB-A718-033E6259F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3AB7E-8342-5247-FFD6-D17EBA1BA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25CE-EC92-4A4E-B297-BBF0FDBAC9FD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546EB-5529-3122-BDCA-4C002ED0F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19582-AC15-1373-58B5-9B4489ABB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A22-F449-410D-BCDC-165D30731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238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13B3B-AF11-0DA3-4D6D-09084872F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2AE84-3365-579C-2B8B-88E5B049E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413E3-12AB-DBC9-3C40-61545D28A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25CE-EC92-4A4E-B297-BBF0FDBAC9FD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DF7CC-CE72-AFD5-BED5-C7C0284EC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3A0F5-AB94-CDD8-5199-724660249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A22-F449-410D-BCDC-165D30731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170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A349C-9A44-BC0C-6447-12B5F8F71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A956F-95BF-4A49-9045-67CEF2AFEC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B161F-075D-1675-3CC5-037F6BD66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27C25-B002-D868-02CD-F256F1CA0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25CE-EC92-4A4E-B297-BBF0FDBAC9FD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555A8-6494-BC33-BAFE-9D2FA35E6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8F7BD-52B4-AB2A-231E-9FEDB227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A22-F449-410D-BCDC-165D30731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836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DFBF-E74B-A074-EE48-9DB92E596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D9C60-3B17-FED6-356F-5896D8344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022E3-996F-5E2F-1F72-D084477A9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CCDE19-FFB5-D7E8-CC87-3B8C60D61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CB6FFD-1FF2-B502-7C31-9807086D21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4C8EDF-6CD1-E67A-0CE3-989D96DED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25CE-EC92-4A4E-B297-BBF0FDBAC9FD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9B0016-BD1A-3CBF-1C03-FAE4800F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05CC7-3320-EA96-DA24-67A5769DE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A22-F449-410D-BCDC-165D30731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844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A198F-A525-793E-1D88-C1F9F8F76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EADB85-B3C5-E88E-F38B-A105C7BD3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25CE-EC92-4A4E-B297-BBF0FDBAC9FD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F70B5-5BDF-A476-BF18-BA8D3665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FECBB0-1963-27F9-883F-9609F90DD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A22-F449-410D-BCDC-165D30731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913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884597-0E2C-0FD6-C2FB-D4A8310E1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25CE-EC92-4A4E-B297-BBF0FDBAC9FD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DC14CD-2339-C68C-04C1-BA7B8E38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AEF59-772A-E42E-CE41-B6C533E2A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A22-F449-410D-BCDC-165D30731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36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0FB1C-E996-F93D-5835-A839504FC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9FA87-CB7A-88BB-E691-8FA279461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CB9B91-535E-D15A-7A06-C472E53C7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E2510-E3B8-94F7-41F2-511C1BC5D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25CE-EC92-4A4E-B297-BBF0FDBAC9FD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27A86-7CD9-BA7D-85F5-0CB18AADE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5622B-DA8B-142F-F88E-8EFA12E7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A22-F449-410D-BCDC-165D30731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988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4DD14-AA4A-2C7C-ECE8-B1306F1A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BBA897-486F-6BF3-5F84-834A317390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3B4B8-1991-AFAA-72D4-FE401F3F8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17FC1-60E2-7771-6368-EE048AE1E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25CE-EC92-4A4E-B297-BBF0FDBAC9FD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6BB0D-9B3A-6C0D-3313-BDA4320B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F1DED-F48D-D1FA-FC92-FA1DB788D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A22-F449-410D-BCDC-165D30731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70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EFDFF-9820-FADF-518B-6E95F3342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A883A-5CC7-5BAB-1CCE-75C8C9E86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A1A28-77A5-6D74-0BAD-B3F671E90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25CE-EC92-4A4E-B297-BBF0FDBAC9FD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C72B0-BC22-AB8C-3EFB-C7C3F28B9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2D754-B05E-DA30-C3DD-1DDDA8B2C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A22-F449-410D-BCDC-165D30731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547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B883AE-4C3A-20C9-E4CD-7A87ADADA8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2826E-54CE-6EDF-DE15-30F8BA6B4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22BFA-5173-8366-93C7-414C8BA2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E25CE-EC92-4A4E-B297-BBF0FDBAC9FD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E5669-3BFF-5FAB-F97C-49F115AF0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CC7A3-847A-DD84-3582-82BEF1F7F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A22-F449-410D-BCDC-165D30731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364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3924A-E22C-C4D5-E616-05DA6E12B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B75B8-EBBE-A857-9AE3-66DED06A6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05519-CD01-B907-C371-EF8288545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E25CE-EC92-4A4E-B297-BBF0FDBAC9FD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2E31C-8C80-3F3F-6DAB-7AEDF055F4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1FE36-F50E-321B-95E9-DC10FC99A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3EA22-F449-410D-BCDC-165D307318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532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C44673-50EE-578F-0671-97D977A7D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704" y="1101401"/>
            <a:ext cx="5860592" cy="20848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EAB678-1BE8-54FA-808B-336FF2CF9D42}"/>
              </a:ext>
            </a:extLst>
          </p:cNvPr>
          <p:cNvSpPr txBox="1"/>
          <p:nvPr/>
        </p:nvSpPr>
        <p:spPr>
          <a:xfrm>
            <a:off x="3048000" y="3319737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/>
              <a:t>Automated Email &amp; Document Delivery System</a:t>
            </a:r>
            <a:endParaRPr lang="en-IN" sz="2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8E266B-D50E-ABBD-A8CE-19B2C465A721}"/>
              </a:ext>
            </a:extLst>
          </p:cNvPr>
          <p:cNvSpPr txBox="1"/>
          <p:nvPr/>
        </p:nvSpPr>
        <p:spPr>
          <a:xfrm>
            <a:off x="283029" y="61024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Designed for </a:t>
            </a:r>
            <a:r>
              <a:rPr lang="en-US" b="1" dirty="0"/>
              <a:t>Lighthouse Communities Foundation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04F996-C1A0-885C-DF2E-24E907DE8554}"/>
              </a:ext>
            </a:extLst>
          </p:cNvPr>
          <p:cNvSpPr txBox="1"/>
          <p:nvPr/>
        </p:nvSpPr>
        <p:spPr>
          <a:xfrm>
            <a:off x="8599714" y="61024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Developed by </a:t>
            </a:r>
            <a:r>
              <a:rPr lang="en-IN" b="1" dirty="0"/>
              <a:t>Sampada Swami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912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34F9B-CB9E-5CE8-0C8F-3249214EC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A964F-D533-6FE2-6643-44F0EA69E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7244"/>
            <a:ext cx="10205852" cy="37666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Challenges in Traditional Email Process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Sending emails manually to many users takes a lot of time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High chances of wrong attachment or wrong email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Difficult to personalize emails for each person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Managing offer letters, NDAs, and policies manually is inefficient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No centralized system for bulk HR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640939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7CB90-FB12-B2D1-0C2A-539771890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What is SandeShika?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E6045F-9868-920E-D297-01C2E09690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22031"/>
            <a:ext cx="10324605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 Light (Headings)"/>
              </a:rPr>
              <a:t>SandeShika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 Light (Headings)"/>
              </a:rPr>
              <a:t> is a Flask-based web application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 Light (Headings)"/>
              </a:rPr>
              <a:t>Allows users to send bulk personalized emails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 Light (Headings)"/>
              </a:rPr>
              <a:t>Supports Excel / CSV input for employee data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 Light (Headings)"/>
              </a:rPr>
              <a:t>Automatically attaches individual PDFs to respective users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 Light (Headings)"/>
              </a:rPr>
              <a:t>Uses secure Gmail SMTP(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Simple Mail Transfer Protocol )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 Light (Headings)"/>
              </a:rPr>
              <a:t>with App Password</a:t>
            </a:r>
          </a:p>
        </p:txBody>
      </p:sp>
    </p:spTree>
    <p:extLst>
      <p:ext uri="{BB962C8B-B14F-4D97-AF65-F5344CB8AC3E}">
        <p14:creationId xmlns:p14="http://schemas.microsoft.com/office/powerpoint/2010/main" val="2422424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3A36E-99F7-67EC-81FD-B4906C1D7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How SandeShika Works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31106F8-3B34-EB60-B2A2-E41081B50B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429" y="1346653"/>
            <a:ext cx="4262694" cy="5400157"/>
          </a:xfrm>
        </p:spPr>
      </p:pic>
    </p:spTree>
    <p:extLst>
      <p:ext uri="{BB962C8B-B14F-4D97-AF65-F5344CB8AC3E}">
        <p14:creationId xmlns:p14="http://schemas.microsoft.com/office/powerpoint/2010/main" val="1922662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CA0DF-FE2C-7BF9-8F3D-4899A5FD7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Core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EC026-B6B4-27D4-8A59-1C442CF94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5266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 Key Functionalities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📧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Bulk Email Sending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 – Send hundreds of emails at once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👤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Personalization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 – Use {name} and {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full_name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} placeholders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📎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Auto PDF Attachment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 – Attach correct document to correct user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🔐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Secure Email Authentication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 – Gmail App Password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⚠️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Smart Validation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 – Prevents wrong or missing attachments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🌙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User-Friendly UI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 – Clean layout with light/dark mode</a:t>
            </a:r>
          </a:p>
          <a:p>
            <a:endParaRPr lang="en-IN" dirty="0">
              <a:solidFill>
                <a:schemeClr val="accent1">
                  <a:lumMod val="75000"/>
                </a:schemeClr>
              </a:solidFill>
              <a:latin typeface="Calibri Light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2816077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EF991-7C77-19A1-59A6-A4B0F8896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Tools &amp; Technologies Used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6D84A89-F832-6B8C-DA66-F8992FD84B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2931495"/>
              </p:ext>
            </p:extLst>
          </p:nvPr>
        </p:nvGraphicFramePr>
        <p:xfrm>
          <a:off x="908957" y="2006374"/>
          <a:ext cx="10374086" cy="36215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5138536">
                  <a:extLst>
                    <a:ext uri="{9D8B030D-6E8A-4147-A177-3AD203B41FA5}">
                      <a16:colId xmlns:a16="http://schemas.microsoft.com/office/drawing/2014/main" val="862911787"/>
                    </a:ext>
                  </a:extLst>
                </a:gridCol>
                <a:gridCol w="5235550">
                  <a:extLst>
                    <a:ext uri="{9D8B030D-6E8A-4147-A177-3AD203B41FA5}">
                      <a16:colId xmlns:a16="http://schemas.microsoft.com/office/drawing/2014/main" val="2652591883"/>
                    </a:ext>
                  </a:extLst>
                </a:gridCol>
              </a:tblGrid>
              <a:tr h="445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1" dirty="0">
                          <a:solidFill>
                            <a:schemeClr val="bg1"/>
                          </a:solidFill>
                        </a:rPr>
                        <a:t>Layer</a:t>
                      </a:r>
                      <a:endParaRPr lang="en-IN" sz="2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1" dirty="0">
                          <a:solidFill>
                            <a:schemeClr val="bg1"/>
                          </a:solidFill>
                        </a:rPr>
                        <a:t>Technology / Description</a:t>
                      </a:r>
                      <a:endParaRPr lang="en-IN" sz="25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547851"/>
                  </a:ext>
                </a:extLst>
              </a:tr>
              <a:tr h="618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Frontend</a:t>
                      </a:r>
                      <a:endParaRPr lang="en-IN" sz="25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HTML, CSS, JavaScript (Responsive UI)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303017"/>
                  </a:ext>
                </a:extLst>
              </a:tr>
              <a:tr h="598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Backend</a:t>
                      </a:r>
                      <a:endParaRPr lang="en-IN" sz="25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Python with Flask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244680"/>
                  </a:ext>
                </a:extLst>
              </a:tr>
              <a:tr h="631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Data Processing</a:t>
                      </a:r>
                      <a:endParaRPr lang="en-IN" sz="25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Pandas for Excel / CSV Handling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6263397"/>
                  </a:ext>
                </a:extLst>
              </a:tr>
              <a:tr h="668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Email Service</a:t>
                      </a:r>
                      <a:endParaRPr lang="en-IN" sz="25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Gmail SMTP (Secure &amp; Reliable)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1368055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b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Deployment</a:t>
                      </a:r>
                      <a:endParaRPr lang="en-IN" sz="25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Can run locally or on Cloud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0940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299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4BE64-93E0-2F5C-82B1-826E123F6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Time Efficiency Comparison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0C7CE-1DBE-E23B-AFA7-ACC23D167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318668" cy="4626984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numCol="2"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Manual Email Sending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Sending 100+ emails manually takes around 3 hours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Requires repeated typing, attaching documents, and verification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High chances of delay and mistakes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Depends completely on human effort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Using SandeShika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Sending 100+ emails takes only 2–3 minutes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Single upload and one-click email sending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Calibri Light (Headings)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Automatic personalization and attachment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No repetitive manual work</a:t>
            </a:r>
          </a:p>
          <a:p>
            <a:endParaRPr lang="en-IN" dirty="0">
              <a:solidFill>
                <a:schemeClr val="accent1">
                  <a:lumMod val="75000"/>
                </a:schemeClr>
              </a:solidFill>
              <a:latin typeface="Calibri Light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3923075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68C83-3F9E-B1CD-13D5-E90518D22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Why SandeShika Is Better Than Excel Mail Automation</a:t>
            </a:r>
            <a:endParaRPr lang="en-IN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BC26A9-6E53-2BDB-A53E-67AB6C502F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3572657"/>
              </p:ext>
            </p:extLst>
          </p:nvPr>
        </p:nvGraphicFramePr>
        <p:xfrm>
          <a:off x="838200" y="1852454"/>
          <a:ext cx="10515600" cy="466344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44283174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950274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426048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+mj-lt"/>
                        </a:rPr>
                        <a:t>Real-World Need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+mj-lt"/>
                        </a:rPr>
                        <a:t>Excel Mail Automation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+mj-lt"/>
                        </a:rPr>
                        <a:t>Why SandeShika Is Better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4815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Sending emails to many people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Can send mails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Designed only for bulk emailing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6615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Correct document to correct person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Manual matching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Auto-matches PDFs with users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7606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Avoid legal mistakes (NDA/Offer)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High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Blocks wrong attachments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236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HR team usability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Needs technical Excel skills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Anyone can use (Web UI)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864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Security of email credentials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Stored / exposed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App Password (safe)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3941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Repeating task every 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Rework again &amp; again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Reusable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4228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Organizational accountability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No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Controlled process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0028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NGO / Foundation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Not reliable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Built for NGOs &amp; HR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958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Scaling (100 → 10,000 mails)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Breaks / 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Scales easily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71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Professional 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Looks 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j-lt"/>
                        </a:rPr>
                        <a:t>Looks like an official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7854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3729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DFB47-136F-9CD3-ACB7-C6BE01D64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Benefits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19701-C0A3-507A-1C39-BD2EA791B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64584" cy="309075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Saves time and manual effort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Reduces human errors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Ensures correct document delivery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Easy to operate without technical knowledge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 Light (Headings)"/>
              </a:rPr>
              <a:t>Scalable for large organizations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chemeClr val="accent1">
                  <a:lumMod val="75000"/>
                </a:schemeClr>
              </a:solidFill>
              <a:latin typeface="Calibri Light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3251740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04028-9A6B-6B39-71B5-BC9E5D55C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42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9C5B28-1EC3-6720-A277-7EBD8F7113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7572" y="1491755"/>
            <a:ext cx="10906496" cy="5021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 Light (Headings)"/>
              </a:rPr>
              <a:t>SandeShika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 Light (Headings)"/>
              </a:rPr>
              <a:t> is a smart and efficient solution for automated bulk email and document delivery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 Light (Headings)"/>
              </a:rPr>
              <a:t>It replaces slow, manual email processes with fast and accurate automation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 Light (Headings)"/>
              </a:rPr>
              <a:t>Tasks that take around 3 hours to send 100 emails manually can be completed in just 2–3 minutes using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 Light (Headings)"/>
              </a:rPr>
              <a:t>SandeShika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Calibri Light (Headings)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 Light (Headings)"/>
              </a:rPr>
              <a:t>The system reduces human errors, ensures correct document delivery, and improves productivity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 Light (Headings)"/>
              </a:rPr>
              <a:t>Its user-friendly interface allows even non-technical users to operate it easily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alibri Light (Headings)"/>
              </a:rPr>
              <a:t>Suitable for HR departments, NGOs, educational institutions, and large organizations</a:t>
            </a:r>
          </a:p>
        </p:txBody>
      </p:sp>
    </p:spTree>
    <p:extLst>
      <p:ext uri="{BB962C8B-B14F-4D97-AF65-F5344CB8AC3E}">
        <p14:creationId xmlns:p14="http://schemas.microsoft.com/office/powerpoint/2010/main" val="15057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D66C5-ECB2-12F5-4E61-880458A15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2766218"/>
            <a:ext cx="54864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8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489973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529</Words>
  <Application>Microsoft Office PowerPoint</Application>
  <PresentationFormat>Widescreen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Calibri Light (Headings)</vt:lpstr>
      <vt:lpstr>Wingdings</vt:lpstr>
      <vt:lpstr>Office Theme</vt:lpstr>
      <vt:lpstr>PowerPoint Presentation</vt:lpstr>
      <vt:lpstr>Problem Statement</vt:lpstr>
      <vt:lpstr>What is SandeShika?</vt:lpstr>
      <vt:lpstr>How SandeShika Works</vt:lpstr>
      <vt:lpstr>Core Features</vt:lpstr>
      <vt:lpstr>Tools &amp; Technologies Used</vt:lpstr>
      <vt:lpstr>Time Efficiency Comparison</vt:lpstr>
      <vt:lpstr>Why SandeShika Is Better Than Excel Mail Automation</vt:lpstr>
      <vt:lpstr>Benefits 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LCF</dc:creator>
  <cp:lastModifiedBy>Aniket Walunj</cp:lastModifiedBy>
  <cp:revision>4</cp:revision>
  <dcterms:created xsi:type="dcterms:W3CDTF">2025-12-21T08:13:01Z</dcterms:created>
  <dcterms:modified xsi:type="dcterms:W3CDTF">2025-12-22T10:58:10Z</dcterms:modified>
</cp:coreProperties>
</file>